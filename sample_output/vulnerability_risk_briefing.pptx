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Vulnerability Risk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Risk-based prioritization and remediation performance ·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8D3E6"/>
                </a:solidFill>
              </a:defRPr>
            </a:pPr>
            <a:r>
              <a:t>Synthetic data for demonstration. No real company systems are represented.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385 open findings across 244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132588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864"/>
                </a:solidFill>
              </a:defRPr>
            </a:pPr>
            <a: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</a:defRPr>
            </a:pPr>
            <a:r>
              <a:t>Open P1 findings (15-day SLA)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51760" cy="132588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864"/>
                </a:solidFill>
              </a:defRPr>
            </a:pPr>
            <a: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</a:defRPr>
            </a:pPr>
            <a:r>
              <a:t>Known-exploited flaws 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651760" cy="132588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864"/>
                </a:solidFill>
              </a:defRPr>
            </a:pPr>
            <a:r>
              <a:t>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</a:defRPr>
            </a:pPr>
            <a:r>
              <a:t>Open findings past SLA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63040"/>
            <a:ext cx="2651760" cy="132588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F3864"/>
                </a:solidFill>
              </a:defRPr>
            </a:pPr>
            <a: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</a:defRPr>
            </a:pPr>
            <a:r>
              <a:t>Fixes closed within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53 findings need action within 15 days; 33 are flaws attackers are known to exploit.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Risk-based scoring moved 18 scanner Critical/High findings down and 22 Medium/Low findings up, focusing effort where the data says it matters.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142 open findings are past their SLA; 67% of fixes this period closed on time.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Agency Portal has the most urgent work: 12 P1 and 10 P2 findings across 43 assets.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• Five fixes would remove 44% of urgent (P1/P2) risk; the largest is "NTLM relay possible (SMB signing disabled)" on 18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Scanner severity is not the same as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Adding threat intelligence and asset context changes what gets fixed first</a:t>
            </a:r>
          </a:p>
        </p:txBody>
      </p:sp>
      <p:pic>
        <p:nvPicPr>
          <p:cNvPr id="5" name="Picture 4" descr="repriori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44708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</a:defRPr>
            </a:pPr>
            <a:r>
              <a:t>Risk score blends three inputs: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</a:defRPr>
            </a:pPr>
            <a:r>
              <a:t>• Severity (CVSS), 40%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</a:defRPr>
            </a:pPr>
            <a:r>
              <a:t>• Threat: known exploitation or EPSS likelihood, 30%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</a:defRPr>
            </a:pPr>
            <a:r>
              <a:t>• Asset: data sensitivity, internet exposure, production, 30%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</a:defRPr>
            </a:pPr>
            <a:r>
              <a:t>22 Medium/Low findings were escalated, typically exploitable flaws on systems holding policyholder 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Remediation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SLA targets: P1 15 days, P2 30 days, P3 60 days, P4 90 days</a:t>
            </a:r>
          </a:p>
        </p:txBody>
      </p:sp>
      <p:pic>
        <p:nvPicPr>
          <p:cNvPr id="5" name="Picture 4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906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Median days to fix:  Critical 14   ·   High 19   ·   Medium 29   ·   Low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Where the risk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Open P1 and P2 findings by business unit, and the assets to start with</a:t>
            </a:r>
          </a:p>
        </p:txBody>
      </p:sp>
      <p:pic>
        <p:nvPicPr>
          <p:cNvPr id="5" name="Picture 4" descr="busines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01854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F3864"/>
                </a:solidFill>
              </a:defRPr>
            </a:pPr>
            <a:r>
              <a:t>Highest-risk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202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SRV-HUM-0150 · Human Resources · 2 open, 2 P1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WS-HUM-0326 · Human Resources · 3 open, 2 P1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WS-AGE-0262 · Agency Portal · 3 open, 2 P1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WS-FIN-0313 · Finance · 3 open, 2 P1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SRV-IT -0031 · IT Operations · 3 open, 2 P1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SRV-AGE-0140 · Agency Portal · 2 open, 1 P1 · internet-facing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Quick wins: five fixes, outsized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2514E"/>
                </a:solidFill>
              </a:defRPr>
            </a:pPr>
            <a:r>
              <a:t>Each bar is one patch or configuration change; share of all open P1/P2 risk it removes</a:t>
            </a:r>
          </a:p>
        </p:txBody>
      </p:sp>
      <p:pic>
        <p:nvPicPr>
          <p:cNvPr id="5" name="Picture 4" descr="quick_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1666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1. Patch all known-exploited findings on internet-facing systems this week, starting with the quick-wins list.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2. Adopt risk-based SLAs (P1-P4) in place of CVSS-only SLAs so teams spend effort where exploitation is likely.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3. Review overdue items with the Agency Portal and Claims owners in the next risk meeting.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4. Re-validate the 66 risk acceptances quarterly, with an expiry date and compensating control for each.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0B0B0B"/>
                </a:solidFill>
              </a:defRPr>
            </a:pPr>
            <a:r>
              <a:t>5. Track SLA compliance and backlog monthly as program KPIs and report them to IT leadership.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F3864"/>
                </a:solidFill>
              </a:defRPr>
            </a:pPr>
            <a:r>
              <a:t>Appendix: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Risk score = 100 × (0.40 × CVSS/10 + 0.30 × Threat + 0.30 × Asset)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Threat = 1.0 if known exploited, else max(EPSS, 0.5 if a public exploit exists)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Asset = 0.5 × data classification + 0.3 × internet facing + 0.2 × environment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Priority: P1 ≥ 70, P2 ≥ 55, P3 ≥ 35, else P4; known-exploited and internet-facing is always P1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SLA compliance = remediated findings closed within their SLA window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Full finding-level detail is in the accompanying Excel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